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Genetski algoritam za resavanje Sudoku problema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Prezentacija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Uvod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Projekat prikazuje primenu genetskih algoritama (GA) za resavanje Sudoku problema.</a:t>
            </a:r>
          </a:p>
          <a:p>
            <a:r>
              <a:t>Sudoku je NP-tezak problem sa mnogo lokalnih minimuma.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Pristup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3×3 podmreza se posmatra kao permutacija brojeva 1–9</a:t>
            </a:r>
          </a:p>
          <a:p>
            <a:r>
              <a:t>• Funkcija cilja meri konflikte u redovima i kolonama</a:t>
            </a:r>
          </a:p>
          <a:p>
            <a:r>
              <a:t>• Mutacija i ukrstanje poboljsavaju kvalitet resenja</a:t>
            </a:r>
          </a:p>
          <a:p>
            <a:r>
              <a:t>• Veliki uticaj slucajnosti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lokalnih minimuma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 cesto stagnira zbog lokalnih minimuma</a:t>
            </a:r>
          </a:p>
          <a:p>
            <a:r>
              <a:t>• Fitness meri samo konflikte, pa napredak nije garantovan</a:t>
            </a:r>
          </a:p>
          <a:p>
            <a:r>
              <a:t>• Slucajnost igrа veliku ulogu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Simulirano kaljenje (SA)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Dodato SA da se izadje iz lokalnih minimuma</a:t>
            </a:r>
          </a:p>
          <a:p>
            <a:r>
              <a:t>• Aktivira se kada nema napretka vise generacija</a:t>
            </a:r>
          </a:p>
          <a:p>
            <a:r>
              <a:t>• Dopušta privremeno lošija rešenja</a:t>
            </a:r>
          </a:p>
          <a:p>
            <a:r>
              <a:t>• Povecava sansu za globalni optimum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Sudoku (pop 100):</a:t>
            </a:r>
          </a:p>
          <a:p>
            <a:r>
              <a:t>Elitism size -&gt; vreme SA (s) -&gt; fitness</a:t>
            </a:r>
          </a:p>
          <a:p>
            <a:r>
              <a:t>1 -&gt; 14.15 -&gt; -8</a:t>
            </a:r>
          </a:p>
          <a:p>
            <a:r>
              <a:t>10 -&gt; 6.15 -&gt; -4</a:t>
            </a:r>
          </a:p>
          <a:p>
            <a:r>
              <a:t>30 -&gt; 15.9 -&gt; -7</a:t>
            </a:r>
          </a:p>
          <a:p>
            <a:r>
              <a:t>SA -&gt; resen Sudoku (fitness = 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Populacije bez 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Population -&gt; vreme (s) -&gt; fitness:</a:t>
            </a:r>
          </a:p>
          <a:p>
            <a:r>
              <a:t>100 -&gt; 30 -&gt; -7</a:t>
            </a:r>
          </a:p>
          <a:p>
            <a:r>
              <a:t>500 -&gt; 106 -&gt; -2</a:t>
            </a:r>
          </a:p>
          <a:p>
            <a:r>
              <a:t>1000 -&gt; 402 -&gt; -6</a:t>
            </a:r>
          </a:p>
          <a:p>
            <a:r>
              <a:t>Veca populacija -&gt; veci trosak, mali dobitak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25×25 Sudoku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GA, 10,000 generacija -&gt; fitness -155</a:t>
            </a:r>
          </a:p>
          <a:p>
            <a:r>
              <a:t>• Backtracking radio sat vremena bez resenja</a:t>
            </a:r>
          </a:p>
          <a:p>
            <a:r>
              <a:t>• Velike instance su jako teske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Zakljucak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Sudoku je GA-hard problem</a:t>
            </a:r>
          </a:p>
          <a:p>
            <a:r>
              <a:t>• GA daje ogranicene rezultate</a:t>
            </a:r>
          </a:p>
          <a:p>
            <a:r>
              <a:t>• SA poboljsava stabilnost i izlazak iz lokalnih minimuma</a:t>
            </a:r>
          </a:p>
          <a:p>
            <a:r>
              <a:t>• Hibridni pristupi najbolji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